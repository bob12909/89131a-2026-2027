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Lexend"/>
      <p:regular r:id="rId56"/>
      <p:bold r:id="rId57"/>
    </p:embeddedFont>
    <p:embeddedFont>
      <p:font typeface="Love Ya Like A Sister"/>
      <p:regular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Lexend-bold.fntdata"/><Relationship Id="rId12" Type="http://schemas.openxmlformats.org/officeDocument/2006/relationships/slide" Target="slides/slide7.xml"/><Relationship Id="rId56" Type="http://schemas.openxmlformats.org/officeDocument/2006/relationships/font" Target="fonts/Lexend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LoveYaLikeASister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93dfa484_0_3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a93dfa48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93dfa484_0_59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93dfa48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93dfa484_0_135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a93dfa48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93dfa484_0_109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93dfa48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93dfa484_0_161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93dfa48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93dfa484_0_334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a93dfa484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93dfa484_0_361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a93dfa484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a9c5d4d1f_0_7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a9c5d4d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a9cf57c65_0_0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a9cf57c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a9cf57c65_0_2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a9cf57c6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a9cf57c65_0_42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a9cf57c6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a9cf57c65_0_6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a9cf57c6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a9cf57c65_0_348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a9cf57c65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aaa7e9fc0_0_132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aaa7e9fc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aaa7e9fc0_0_14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aaa7e9f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aaa7e9fc0_0_3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aaa7e9fc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aaa7e9fc0_0_54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faaa7e9fc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aaa7e9fc0_0_152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faaa7e9fc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aaa7e9fc0_0_239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aaa7e9fc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aaa7e9fc0_0_187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faaa7e9fc0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aaa7e9fc0_0_21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aaa7e9fc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aaa7e9fc0_0_701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faaa7e9fc0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aaa7e9fc0_0_719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faaa7e9fc0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aaa7e9fc0_0_739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faaa7e9fc0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aaa7e9fc0_0_78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aaa7e9fc0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aaa7e9fc0_0_809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faaa7e9fc0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aaa7e9fc0_0_835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faaa7e9fc0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aaa7e9fc0_0_862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faaa7e9fc0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faaa7e9fc0_0_876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faaa7e9fc0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aaa7e9fc0_0_895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faaa7e9fc0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faaa7e9fc0_0_916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faaa7e9fc0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faaa7e9fc0_0_935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faaa7e9fc0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aaa7e9fc0_0_954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faaa7e9fc0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aaa7e9fc0_0_975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faaa7e9fc0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aaa7e9fc0_0_994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faaa7e9fc0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faaa7e9fc0_0_1008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faaa7e9fc0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faaa7e9fc0_0_1025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faaa7e9fc0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aaa7e9fc0_0_104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faaa7e9fc0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faaa7e9fc0_0_106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faaa7e9fc0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faaa7e9fc0_0_1081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faaa7e9fc0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faaa7e9fc0_0_1107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faaa7e9fc0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faaa7e9fc0_0_113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faaa7e9fc0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aaa7e9fc0_0_1159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faaa7e9fc0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faaa7e9fc0_0_1185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faaa7e9fc0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faaa7e9fc0_0_120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faaa7e9fc0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faaa7e9fc0_0_122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faaa7e9fc0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faaa7e9fc0_0_1241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faaa7e9fc0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faaa7e9fc0_0_1267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faaa7e9fc0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faaa7e9fc0_0_1293:notes"/>
          <p:cNvSpPr/>
          <p:nvPr>
            <p:ph idx="2" type="sldImg"/>
          </p:nvPr>
        </p:nvSpPr>
        <p:spPr>
          <a:xfrm>
            <a:off x="381320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faaa7e9fc0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7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77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8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9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3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3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slide" Target="/ppt/slides/slide1.xml"/><Relationship Id="rId5" Type="http://schemas.openxmlformats.org/officeDocument/2006/relationships/slide" Target="/ppt/slides/slide4.xml"/><Relationship Id="rId6" Type="http://schemas.openxmlformats.org/officeDocument/2006/relationships/slide" Target="/ppt/slides/slide6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slide" Target="/ppt/slides/slide2.xml"/><Relationship Id="rId5" Type="http://schemas.openxmlformats.org/officeDocument/2006/relationships/slide" Target="/ppt/slides/slide3.xml"/><Relationship Id="rId6" Type="http://schemas.openxmlformats.org/officeDocument/2006/relationships/slide" Target="/ppt/slides/slide7.xml"/><Relationship Id="rId7" Type="http://schemas.openxmlformats.org/officeDocument/2006/relationships/slide" Target="/ppt/slides/slide5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slide" Target="/ppt/slides/slide2.xm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1.xml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5.xml"/><Relationship Id="rId4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6.xml"/><Relationship Id="rId4" Type="http://schemas.openxmlformats.org/officeDocument/2006/relationships/slide" Target="/ppt/slides/slide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slide" Target="/ppt/slides/slide2.xml"/><Relationship Id="rId5" Type="http://schemas.openxmlformats.org/officeDocument/2006/relationships/slide" Target="/ppt/slides/slide8.xml"/><Relationship Id="rId6" Type="http://schemas.openxmlformats.org/officeDocument/2006/relationships/slide" Target="/ppt/slides/slide1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8.xml"/><Relationship Id="rId4" Type="http://schemas.openxmlformats.org/officeDocument/2006/relationships/slide" Target="/ppt/slides/slide7.xml"/><Relationship Id="rId9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16.xml"/><Relationship Id="rId7" Type="http://schemas.openxmlformats.org/officeDocument/2006/relationships/image" Target="../media/image1.png"/><Relationship Id="rId8" Type="http://schemas.openxmlformats.org/officeDocument/2006/relationships/slide" Target="/ppt/slides/slide9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Relationship Id="rId4" Type="http://schemas.openxmlformats.org/officeDocument/2006/relationships/slide" Target="/ppt/slides/slide7.xml"/><Relationship Id="rId9" Type="http://schemas.openxmlformats.org/officeDocument/2006/relationships/slide" Target="/ppt/slides/slide10.xml"/><Relationship Id="rId5" Type="http://schemas.openxmlformats.org/officeDocument/2006/relationships/slide" Target="/ppt/slides/slide12.xml"/><Relationship Id="rId6" Type="http://schemas.openxmlformats.org/officeDocument/2006/relationships/slide" Target="/ppt/slides/slide8.xml"/><Relationship Id="rId7" Type="http://schemas.openxmlformats.org/officeDocument/2006/relationships/slide" Target="/ppt/slides/slide17.xml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0.xml"/><Relationship Id="rId4" Type="http://schemas.openxmlformats.org/officeDocument/2006/relationships/slide" Target="/ppt/slides/slide7.xml"/><Relationship Id="rId9" Type="http://schemas.openxmlformats.org/officeDocument/2006/relationships/slide" Target="/ppt/slides/slide9.xml"/><Relationship Id="rId5" Type="http://schemas.openxmlformats.org/officeDocument/2006/relationships/slide" Target="/ppt/slides/slide13.xml"/><Relationship Id="rId6" Type="http://schemas.openxmlformats.org/officeDocument/2006/relationships/slide" Target="/ppt/slides/slide8.xml"/><Relationship Id="rId7" Type="http://schemas.openxmlformats.org/officeDocument/2006/relationships/slide" Target="/ppt/slides/slide18.xml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1.xml"/><Relationship Id="rId4" Type="http://schemas.openxmlformats.org/officeDocument/2006/relationships/slide" Target="/ppt/slides/slide7.xml"/><Relationship Id="rId9" Type="http://schemas.openxmlformats.org/officeDocument/2006/relationships/slide" Target="/ppt/slides/slide13.xml"/><Relationship Id="rId5" Type="http://schemas.openxmlformats.org/officeDocument/2006/relationships/slide" Target="/ppt/slides/slide8.xml"/><Relationship Id="rId6" Type="http://schemas.openxmlformats.org/officeDocument/2006/relationships/slide" Target="/ppt/slides/slide23.xml"/><Relationship Id="rId7" Type="http://schemas.openxmlformats.org/officeDocument/2006/relationships/image" Target="../media/image1.png"/><Relationship Id="rId8" Type="http://schemas.openxmlformats.org/officeDocument/2006/relationships/slide" Target="/ppt/slides/slide1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2.xml"/><Relationship Id="rId4" Type="http://schemas.openxmlformats.org/officeDocument/2006/relationships/slide" Target="/ppt/slides/slide7.xml"/><Relationship Id="rId9" Type="http://schemas.openxmlformats.org/officeDocument/2006/relationships/slide" Target="/ppt/slides/slide13.xml"/><Relationship Id="rId5" Type="http://schemas.openxmlformats.org/officeDocument/2006/relationships/slide" Target="/ppt/slides/slide9.xml"/><Relationship Id="rId6" Type="http://schemas.openxmlformats.org/officeDocument/2006/relationships/slide" Target="/ppt/slides/slide11.xml"/><Relationship Id="rId7" Type="http://schemas.openxmlformats.org/officeDocument/2006/relationships/slide" Target="/ppt/slides/slide24.xml"/><Relationship Id="rId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3.xml"/><Relationship Id="rId4" Type="http://schemas.openxmlformats.org/officeDocument/2006/relationships/slide" Target="/ppt/slides/slide7.xml"/><Relationship Id="rId9" Type="http://schemas.openxmlformats.org/officeDocument/2006/relationships/slide" Target="/ppt/slides/slide12.xml"/><Relationship Id="rId5" Type="http://schemas.openxmlformats.org/officeDocument/2006/relationships/slide" Target="/ppt/slides/slide10.xml"/><Relationship Id="rId6" Type="http://schemas.openxmlformats.org/officeDocument/2006/relationships/slide" Target="/ppt/slides/slide11.xml"/><Relationship Id="rId7" Type="http://schemas.openxmlformats.org/officeDocument/2006/relationships/slide" Target="/ppt/slides/slide25.xml"/><Relationship Id="rId8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4.xml"/><Relationship Id="rId4" Type="http://schemas.openxmlformats.org/officeDocument/2006/relationships/slide" Target="/ppt/slides/slide7.xml"/><Relationship Id="rId5" Type="http://schemas.openxmlformats.org/officeDocument/2006/relationships/slide" Target="/ppt/slides/slide15.xml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15.xml"/><Relationship Id="rId4" Type="http://schemas.openxmlformats.org/officeDocument/2006/relationships/slide" Target="/ppt/slides/slide14.xml"/><Relationship Id="rId5" Type="http://schemas.openxmlformats.org/officeDocument/2006/relationships/image" Target="../media/image1.png"/><Relationship Id="rId6" Type="http://schemas.openxmlformats.org/officeDocument/2006/relationships/slide" Target="/ppt/slides/slide37.xml"/><Relationship Id="rId7" Type="http://schemas.openxmlformats.org/officeDocument/2006/relationships/slide" Target="/ppt/slides/slide19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6.xml"/><Relationship Id="rId4" Type="http://schemas.openxmlformats.org/officeDocument/2006/relationships/slide" Target="/ppt/slides/slide8.xml"/><Relationship Id="rId5" Type="http://schemas.openxmlformats.org/officeDocument/2006/relationships/image" Target="../media/image1.png"/><Relationship Id="rId6" Type="http://schemas.openxmlformats.org/officeDocument/2006/relationships/slide" Target="/ppt/slides/slide38.xml"/><Relationship Id="rId7" Type="http://schemas.openxmlformats.org/officeDocument/2006/relationships/slide" Target="/ppt/slides/slide20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17.xml"/><Relationship Id="rId4" Type="http://schemas.openxmlformats.org/officeDocument/2006/relationships/slide" Target="/ppt/slides/slide9.xml"/><Relationship Id="rId5" Type="http://schemas.openxmlformats.org/officeDocument/2006/relationships/image" Target="../media/image1.png"/><Relationship Id="rId6" Type="http://schemas.openxmlformats.org/officeDocument/2006/relationships/slide" Target="/ppt/slides/slide39.xml"/><Relationship Id="rId7" Type="http://schemas.openxmlformats.org/officeDocument/2006/relationships/slide" Target="/ppt/slides/slide21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18.xml"/><Relationship Id="rId4" Type="http://schemas.openxmlformats.org/officeDocument/2006/relationships/slide" Target="/ppt/slides/slide10.xml"/><Relationship Id="rId5" Type="http://schemas.openxmlformats.org/officeDocument/2006/relationships/image" Target="../media/image1.png"/><Relationship Id="rId6" Type="http://schemas.openxmlformats.org/officeDocument/2006/relationships/slide" Target="/ppt/slides/slide40.xml"/><Relationship Id="rId7" Type="http://schemas.openxmlformats.org/officeDocument/2006/relationships/slide" Target="/ppt/slides/slide2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19.xml"/><Relationship Id="rId4" Type="http://schemas.openxmlformats.org/officeDocument/2006/relationships/slide" Target="/ppt/slides/slide15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20.xml"/><Relationship Id="rId4" Type="http://schemas.openxmlformats.org/officeDocument/2006/relationships/slide" Target="/ppt/slides/slide16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21.xml"/><Relationship Id="rId4" Type="http://schemas.openxmlformats.org/officeDocument/2006/relationships/slide" Target="/ppt/slides/slide17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22.xml"/><Relationship Id="rId4" Type="http://schemas.openxmlformats.org/officeDocument/2006/relationships/slide" Target="/ppt/slides/slide18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3.xml"/><Relationship Id="rId4" Type="http://schemas.openxmlformats.org/officeDocument/2006/relationships/slide" Target="/ppt/slides/slide11.xml"/><Relationship Id="rId5" Type="http://schemas.openxmlformats.org/officeDocument/2006/relationships/image" Target="../media/image1.png"/><Relationship Id="rId6" Type="http://schemas.openxmlformats.org/officeDocument/2006/relationships/slide" Target="/ppt/slides/slide45.xml"/><Relationship Id="rId7" Type="http://schemas.openxmlformats.org/officeDocument/2006/relationships/slide" Target="/ppt/slides/slide26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24.xml"/><Relationship Id="rId4" Type="http://schemas.openxmlformats.org/officeDocument/2006/relationships/slide" Target="/ppt/slides/slide12.xml"/><Relationship Id="rId5" Type="http://schemas.openxmlformats.org/officeDocument/2006/relationships/image" Target="../media/image1.png"/><Relationship Id="rId6" Type="http://schemas.openxmlformats.org/officeDocument/2006/relationships/slide" Target="/ppt/slides/slide46.xml"/><Relationship Id="rId7" Type="http://schemas.openxmlformats.org/officeDocument/2006/relationships/slide" Target="/ppt/slides/slide27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25.xml"/><Relationship Id="rId4" Type="http://schemas.openxmlformats.org/officeDocument/2006/relationships/slide" Target="/ppt/slides/slide13.xml"/><Relationship Id="rId5" Type="http://schemas.openxmlformats.org/officeDocument/2006/relationships/image" Target="../media/image1.png"/><Relationship Id="rId6" Type="http://schemas.openxmlformats.org/officeDocument/2006/relationships/slide" Target="/ppt/slides/slide47.xml"/><Relationship Id="rId7" Type="http://schemas.openxmlformats.org/officeDocument/2006/relationships/slide" Target="/ppt/slides/slide28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26.xml"/><Relationship Id="rId4" Type="http://schemas.openxmlformats.org/officeDocument/2006/relationships/slide" Target="/ppt/slides/slide23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27.xml"/><Relationship Id="rId4" Type="http://schemas.openxmlformats.org/officeDocument/2006/relationships/slide" Target="/ppt/slides/slide24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28.xml"/><Relationship Id="rId4" Type="http://schemas.openxmlformats.org/officeDocument/2006/relationships/slide" Target="/ppt/slides/slide25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29.xml"/><Relationship Id="rId4" Type="http://schemas.openxmlformats.org/officeDocument/2006/relationships/slide" Target="/ppt/slides/slide1.xml"/><Relationship Id="rId5" Type="http://schemas.openxmlformats.org/officeDocument/2006/relationships/slide" Target="/ppt/slides/slide30.xml"/><Relationship Id="rId6" Type="http://schemas.openxmlformats.org/officeDocument/2006/relationships/slide" Target="/ppt/slides/slide36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30.xml"/><Relationship Id="rId4" Type="http://schemas.openxmlformats.org/officeDocument/2006/relationships/slide" Target="/ppt/slides/slide29.xml"/><Relationship Id="rId9" Type="http://schemas.openxmlformats.org/officeDocument/2006/relationships/slide" Target="/ppt/slides/slide32.xml"/><Relationship Id="rId5" Type="http://schemas.openxmlformats.org/officeDocument/2006/relationships/slide" Target="/ppt/slides/slide33.xml"/><Relationship Id="rId6" Type="http://schemas.openxmlformats.org/officeDocument/2006/relationships/slide" Target="/ppt/slides/slide38.xml"/><Relationship Id="rId7" Type="http://schemas.openxmlformats.org/officeDocument/2006/relationships/image" Target="../media/image1.png"/><Relationship Id="rId8" Type="http://schemas.openxmlformats.org/officeDocument/2006/relationships/slide" Target="/ppt/slides/slide31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1.xml"/><Relationship Id="rId4" Type="http://schemas.openxmlformats.org/officeDocument/2006/relationships/slide" Target="/ppt/slides/slide29.xml"/><Relationship Id="rId9" Type="http://schemas.openxmlformats.org/officeDocument/2006/relationships/slide" Target="/ppt/slides/slide32.xml"/><Relationship Id="rId5" Type="http://schemas.openxmlformats.org/officeDocument/2006/relationships/slide" Target="/ppt/slides/slide34.xml"/><Relationship Id="rId6" Type="http://schemas.openxmlformats.org/officeDocument/2006/relationships/slide" Target="/ppt/slides/slide30.xml"/><Relationship Id="rId7" Type="http://schemas.openxmlformats.org/officeDocument/2006/relationships/slide" Target="/ppt/slides/slide39.xml"/><Relationship Id="rId8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2.xml"/><Relationship Id="rId4" Type="http://schemas.openxmlformats.org/officeDocument/2006/relationships/slide" Target="/ppt/slides/slide29.xml"/><Relationship Id="rId9" Type="http://schemas.openxmlformats.org/officeDocument/2006/relationships/slide" Target="/ppt/slides/slide31.xml"/><Relationship Id="rId5" Type="http://schemas.openxmlformats.org/officeDocument/2006/relationships/slide" Target="/ppt/slides/slide35.xml"/><Relationship Id="rId6" Type="http://schemas.openxmlformats.org/officeDocument/2006/relationships/slide" Target="/ppt/slides/slide30.xml"/><Relationship Id="rId7" Type="http://schemas.openxmlformats.org/officeDocument/2006/relationships/slide" Target="/ppt/slides/slide40.xml"/><Relationship Id="rId8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33.xml"/><Relationship Id="rId4" Type="http://schemas.openxmlformats.org/officeDocument/2006/relationships/slide" Target="/ppt/slides/slide29.xml"/><Relationship Id="rId9" Type="http://schemas.openxmlformats.org/officeDocument/2006/relationships/slide" Target="/ppt/slides/slide35.xml"/><Relationship Id="rId5" Type="http://schemas.openxmlformats.org/officeDocument/2006/relationships/slide" Target="/ppt/slides/slide30.xml"/><Relationship Id="rId6" Type="http://schemas.openxmlformats.org/officeDocument/2006/relationships/slide" Target="/ppt/slides/slide45.xml"/><Relationship Id="rId7" Type="http://schemas.openxmlformats.org/officeDocument/2006/relationships/image" Target="../media/image1.png"/><Relationship Id="rId8" Type="http://schemas.openxmlformats.org/officeDocument/2006/relationships/slide" Target="/ppt/slides/slide34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slide" Target="/ppt/slides/slide34.xml"/><Relationship Id="rId4" Type="http://schemas.openxmlformats.org/officeDocument/2006/relationships/slide" Target="/ppt/slides/slide29.xml"/><Relationship Id="rId9" Type="http://schemas.openxmlformats.org/officeDocument/2006/relationships/slide" Target="/ppt/slides/slide35.xml"/><Relationship Id="rId5" Type="http://schemas.openxmlformats.org/officeDocument/2006/relationships/slide" Target="/ppt/slides/slide31.xml"/><Relationship Id="rId6" Type="http://schemas.openxmlformats.org/officeDocument/2006/relationships/slide" Target="/ppt/slides/slide33.xml"/><Relationship Id="rId7" Type="http://schemas.openxmlformats.org/officeDocument/2006/relationships/slide" Target="/ppt/slides/slide46.xml"/><Relationship Id="rId8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slide" Target="/ppt/slides/slide35.xml"/><Relationship Id="rId4" Type="http://schemas.openxmlformats.org/officeDocument/2006/relationships/slide" Target="/ppt/slides/slide29.xml"/><Relationship Id="rId9" Type="http://schemas.openxmlformats.org/officeDocument/2006/relationships/slide" Target="/ppt/slides/slide34.xml"/><Relationship Id="rId5" Type="http://schemas.openxmlformats.org/officeDocument/2006/relationships/slide" Target="/ppt/slides/slide32.xml"/><Relationship Id="rId6" Type="http://schemas.openxmlformats.org/officeDocument/2006/relationships/slide" Target="/ppt/slides/slide33.xml"/><Relationship Id="rId7" Type="http://schemas.openxmlformats.org/officeDocument/2006/relationships/slide" Target="/ppt/slides/slide47.xml"/><Relationship Id="rId8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slide" Target="/ppt/slides/slide36.xml"/><Relationship Id="rId4" Type="http://schemas.openxmlformats.org/officeDocument/2006/relationships/slide" Target="/ppt/slides/slide29.xml"/><Relationship Id="rId5" Type="http://schemas.openxmlformats.org/officeDocument/2006/relationships/slide" Target="/ppt/slides/slide37.xml"/><Relationship Id="rId6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37.xml"/><Relationship Id="rId4" Type="http://schemas.openxmlformats.org/officeDocument/2006/relationships/slide" Target="/ppt/slides/slide36.xml"/><Relationship Id="rId5" Type="http://schemas.openxmlformats.org/officeDocument/2006/relationships/image" Target="../media/image1.png"/><Relationship Id="rId6" Type="http://schemas.openxmlformats.org/officeDocument/2006/relationships/slide" Target="/ppt/slides/slide15.xml"/><Relationship Id="rId7" Type="http://schemas.openxmlformats.org/officeDocument/2006/relationships/slide" Target="/ppt/slides/slide41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slide" Target="/ppt/slides/slide38.xml"/><Relationship Id="rId4" Type="http://schemas.openxmlformats.org/officeDocument/2006/relationships/slide" Target="/ppt/slides/slide30.xml"/><Relationship Id="rId5" Type="http://schemas.openxmlformats.org/officeDocument/2006/relationships/image" Target="../media/image1.png"/><Relationship Id="rId6" Type="http://schemas.openxmlformats.org/officeDocument/2006/relationships/slide" Target="/ppt/slides/slide16.xml"/><Relationship Id="rId7" Type="http://schemas.openxmlformats.org/officeDocument/2006/relationships/slide" Target="/ppt/slides/slide42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slide" Target="/ppt/slides/slide39.xml"/><Relationship Id="rId4" Type="http://schemas.openxmlformats.org/officeDocument/2006/relationships/slide" Target="/ppt/slides/slide31.xml"/><Relationship Id="rId5" Type="http://schemas.openxmlformats.org/officeDocument/2006/relationships/image" Target="../media/image1.png"/><Relationship Id="rId6" Type="http://schemas.openxmlformats.org/officeDocument/2006/relationships/slide" Target="/ppt/slides/slide17.xml"/><Relationship Id="rId7" Type="http://schemas.openxmlformats.org/officeDocument/2006/relationships/slide" Target="/ppt/slides/slide43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slide" Target="/ppt/slides/slide40.xml"/><Relationship Id="rId4" Type="http://schemas.openxmlformats.org/officeDocument/2006/relationships/slide" Target="/ppt/slides/slide32.xml"/><Relationship Id="rId5" Type="http://schemas.openxmlformats.org/officeDocument/2006/relationships/image" Target="../media/image1.png"/><Relationship Id="rId6" Type="http://schemas.openxmlformats.org/officeDocument/2006/relationships/slide" Target="/ppt/slides/slide18.xml"/><Relationship Id="rId7" Type="http://schemas.openxmlformats.org/officeDocument/2006/relationships/slide" Target="/ppt/slides/slide44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slide" Target="/ppt/slides/slide41.xml"/><Relationship Id="rId4" Type="http://schemas.openxmlformats.org/officeDocument/2006/relationships/slide" Target="/ppt/slides/slide37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slide" Target="/ppt/slides/slide42.xml"/><Relationship Id="rId4" Type="http://schemas.openxmlformats.org/officeDocument/2006/relationships/slide" Target="/ppt/slides/slide38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slide" Target="/ppt/slides/slide43.xml"/><Relationship Id="rId4" Type="http://schemas.openxmlformats.org/officeDocument/2006/relationships/slide" Target="/ppt/slides/slide39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slide" Target="/ppt/slides/slide44.xml"/><Relationship Id="rId4" Type="http://schemas.openxmlformats.org/officeDocument/2006/relationships/slide" Target="/ppt/slides/slide40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slide" Target="/ppt/slides/slide45.xml"/><Relationship Id="rId4" Type="http://schemas.openxmlformats.org/officeDocument/2006/relationships/slide" Target="/ppt/slides/slide33.xml"/><Relationship Id="rId5" Type="http://schemas.openxmlformats.org/officeDocument/2006/relationships/image" Target="../media/image1.png"/><Relationship Id="rId6" Type="http://schemas.openxmlformats.org/officeDocument/2006/relationships/slide" Target="/ppt/slides/slide23.xml"/><Relationship Id="rId7" Type="http://schemas.openxmlformats.org/officeDocument/2006/relationships/slide" Target="/ppt/slides/slide48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slide" Target="/ppt/slides/slide46.xml"/><Relationship Id="rId4" Type="http://schemas.openxmlformats.org/officeDocument/2006/relationships/slide" Target="/ppt/slides/slide34.xml"/><Relationship Id="rId5" Type="http://schemas.openxmlformats.org/officeDocument/2006/relationships/image" Target="../media/image1.png"/><Relationship Id="rId6" Type="http://schemas.openxmlformats.org/officeDocument/2006/relationships/slide" Target="/ppt/slides/slide24.xml"/><Relationship Id="rId7" Type="http://schemas.openxmlformats.org/officeDocument/2006/relationships/slide" Target="/ppt/slides/slide49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slide" Target="/ppt/slides/slide47.xml"/><Relationship Id="rId4" Type="http://schemas.openxmlformats.org/officeDocument/2006/relationships/slide" Target="/ppt/slides/slide35.xml"/><Relationship Id="rId5" Type="http://schemas.openxmlformats.org/officeDocument/2006/relationships/image" Target="../media/image1.png"/><Relationship Id="rId6" Type="http://schemas.openxmlformats.org/officeDocument/2006/relationships/slide" Target="/ppt/slides/slide25.xml"/><Relationship Id="rId7" Type="http://schemas.openxmlformats.org/officeDocument/2006/relationships/slide" Target="/ppt/slides/slide50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slide" Target="/ppt/slides/slide48.xml"/><Relationship Id="rId4" Type="http://schemas.openxmlformats.org/officeDocument/2006/relationships/slide" Target="/ppt/slides/slide45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slide" Target="/ppt/slides/slide49.xml"/><Relationship Id="rId4" Type="http://schemas.openxmlformats.org/officeDocument/2006/relationships/slide" Target="/ppt/slides/slide46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slide" Target="/ppt/slides/slide50.xml"/><Relationship Id="rId4" Type="http://schemas.openxmlformats.org/officeDocument/2006/relationships/slide" Target="/ppt/slides/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hlinkClick action="ppaction://hlinksldjump" r:id="rId4"/>
          </p:cNvPr>
          <p:cNvSpPr/>
          <p:nvPr/>
        </p:nvSpPr>
        <p:spPr>
          <a:xfrm>
            <a:off x="-249850" y="-70300"/>
            <a:ext cx="9852900" cy="553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347400"/>
            <a:ext cx="2322300" cy="4796100"/>
          </a:xfrm>
          <a:prstGeom prst="rect">
            <a:avLst/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03200" y="2766975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57" name="Google Shape;57;p13">
            <a:hlinkClick action="ppaction://hlinksldjump" r:id="rId5"/>
          </p:cNvPr>
          <p:cNvSpPr/>
          <p:nvPr/>
        </p:nvSpPr>
        <p:spPr>
          <a:xfrm>
            <a:off x="103200" y="4384000"/>
            <a:ext cx="21159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SETTINGS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03200" y="1128638"/>
            <a:ext cx="21159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AUTON</a:t>
            </a:r>
            <a:endParaRPr b="1" sz="1300"/>
          </a:p>
        </p:txBody>
      </p:sp>
      <p:sp>
        <p:nvSpPr>
          <p:cNvPr id="59" name="Google Shape;59;p13">
            <a:hlinkClick action="ppaction://hlinksldjump" r:id="rId6"/>
          </p:cNvPr>
          <p:cNvSpPr/>
          <p:nvPr/>
        </p:nvSpPr>
        <p:spPr>
          <a:xfrm>
            <a:off x="103188" y="1947800"/>
            <a:ext cx="21159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  <p:sp>
        <p:nvSpPr>
          <p:cNvPr id="60" name="Google Shape;60;p13"/>
          <p:cNvSpPr/>
          <p:nvPr/>
        </p:nvSpPr>
        <p:spPr>
          <a:xfrm>
            <a:off x="0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61" name="Google Shape;61;p13"/>
          <p:cNvSpPr/>
          <p:nvPr/>
        </p:nvSpPr>
        <p:spPr>
          <a:xfrm>
            <a:off x="103200" y="439400"/>
            <a:ext cx="2115900" cy="499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89131A</a:t>
            </a:r>
            <a:endParaRPr sz="3300"/>
          </a:p>
        </p:txBody>
      </p:sp>
      <p:sp>
        <p:nvSpPr>
          <p:cNvPr id="62" name="Google Shape;62;p13"/>
          <p:cNvSpPr/>
          <p:nvPr/>
        </p:nvSpPr>
        <p:spPr>
          <a:xfrm>
            <a:off x="103200" y="3217525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2452350" y="439400"/>
            <a:ext cx="6590700" cy="629400"/>
          </a:xfrm>
          <a:prstGeom prst="flowChartAlternateProcess">
            <a:avLst/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762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u="sng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MECHANICAL BULLS</a:t>
            </a:r>
            <a:endParaRPr sz="4300" u="sng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2606250" y="1160800"/>
            <a:ext cx="6282900" cy="499500"/>
          </a:xfrm>
          <a:prstGeom prst="flowChartAlternateProcess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762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CC4125"/>
                </a:solidFill>
                <a:latin typeface="Lexend"/>
                <a:ea typeface="Lexend"/>
                <a:cs typeface="Lexend"/>
                <a:sym typeface="Lexend"/>
              </a:rPr>
              <a:t>Arbor View High School</a:t>
            </a:r>
            <a:endParaRPr b="1" sz="3200">
              <a:solidFill>
                <a:srgbClr val="CC412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hlinkClick action="ppaction://hlinksldjump" r:id="rId4"/>
          </p:cNvPr>
          <p:cNvSpPr/>
          <p:nvPr/>
        </p:nvSpPr>
        <p:spPr>
          <a:xfrm>
            <a:off x="-63725" y="-53575"/>
            <a:ext cx="9873300" cy="53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0" y="347400"/>
            <a:ext cx="2322300" cy="4796100"/>
          </a:xfrm>
          <a:prstGeom prst="rect">
            <a:avLst/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03200" y="2766975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72" name="Google Shape;72;p14">
            <a:hlinkClick action="ppaction://hlinksldjump" r:id="rId5"/>
          </p:cNvPr>
          <p:cNvSpPr/>
          <p:nvPr/>
        </p:nvSpPr>
        <p:spPr>
          <a:xfrm>
            <a:off x="103200" y="4384000"/>
            <a:ext cx="21159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SETTINGS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" name="Google Shape;73;p14">
            <a:hlinkClick action="ppaction://hlinksldjump" r:id="rId6"/>
          </p:cNvPr>
          <p:cNvSpPr/>
          <p:nvPr/>
        </p:nvSpPr>
        <p:spPr>
          <a:xfrm>
            <a:off x="103200" y="1128638"/>
            <a:ext cx="21159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AUTON</a:t>
            </a:r>
            <a:endParaRPr b="1" sz="1300"/>
          </a:p>
        </p:txBody>
      </p:sp>
      <p:sp>
        <p:nvSpPr>
          <p:cNvPr id="74" name="Google Shape;74;p14">
            <a:hlinkClick action="ppaction://hlinksldjump" r:id="rId7"/>
          </p:cNvPr>
          <p:cNvSpPr/>
          <p:nvPr/>
        </p:nvSpPr>
        <p:spPr>
          <a:xfrm>
            <a:off x="103188" y="1947800"/>
            <a:ext cx="21159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  <p:sp>
        <p:nvSpPr>
          <p:cNvPr id="75" name="Google Shape;75;p14"/>
          <p:cNvSpPr/>
          <p:nvPr/>
        </p:nvSpPr>
        <p:spPr>
          <a:xfrm>
            <a:off x="0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76" name="Google Shape;76;p14"/>
          <p:cNvSpPr/>
          <p:nvPr/>
        </p:nvSpPr>
        <p:spPr>
          <a:xfrm>
            <a:off x="103200" y="439400"/>
            <a:ext cx="2115900" cy="499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89131A</a:t>
            </a:r>
            <a:endParaRPr sz="3300"/>
          </a:p>
        </p:txBody>
      </p:sp>
      <p:sp>
        <p:nvSpPr>
          <p:cNvPr id="77" name="Google Shape;77;p14"/>
          <p:cNvSpPr/>
          <p:nvPr/>
        </p:nvSpPr>
        <p:spPr>
          <a:xfrm>
            <a:off x="103200" y="3217525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2452350" y="439400"/>
            <a:ext cx="6590700" cy="629400"/>
          </a:xfrm>
          <a:prstGeom prst="flowChartAlternateProcess">
            <a:avLst/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762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u="sng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MECHANICAL BULLS</a:t>
            </a:r>
            <a:endParaRPr sz="4300" u="sng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606250" y="1160800"/>
            <a:ext cx="6282900" cy="499500"/>
          </a:xfrm>
          <a:prstGeom prst="flowChartAlternateProcess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762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CC4125"/>
                </a:solidFill>
                <a:latin typeface="Lexend"/>
                <a:ea typeface="Lexend"/>
                <a:cs typeface="Lexend"/>
                <a:sym typeface="Lexend"/>
              </a:rPr>
              <a:t>Arbor View High School</a:t>
            </a:r>
            <a:endParaRPr b="1" sz="3200">
              <a:solidFill>
                <a:srgbClr val="CC412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>
            <a:hlinkClick action="ppaction://hlinksldjump" r:id="rId3"/>
          </p:cNvPr>
          <p:cNvSpPr/>
          <p:nvPr/>
        </p:nvSpPr>
        <p:spPr>
          <a:xfrm>
            <a:off x="-317500" y="-199271"/>
            <a:ext cx="10127100" cy="550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>
            <a:hlinkClick action="ppaction://hlinksldjump" r:id="rId4"/>
          </p:cNvPr>
          <p:cNvSpPr/>
          <p:nvPr/>
        </p:nvSpPr>
        <p:spPr>
          <a:xfrm>
            <a:off x="117600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SETTINGS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" name="Google Shape;86;p15"/>
          <p:cNvSpPr/>
          <p:nvPr/>
        </p:nvSpPr>
        <p:spPr>
          <a:xfrm rot="5400000">
            <a:off x="281653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rot="5400000">
            <a:off x="61483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 rot="5400000">
            <a:off x="281652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 rot="5400000">
            <a:off x="61483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 rot="5400000">
            <a:off x="281651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 rot="5400000">
            <a:off x="61483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117600" y="478300"/>
            <a:ext cx="38541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Theme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2094275" y="987725"/>
            <a:ext cx="18774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Color: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117600" y="987725"/>
            <a:ext cx="18774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Background:</a:t>
            </a:r>
            <a:endParaRPr sz="195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2094275" y="1497150"/>
            <a:ext cx="1877400" cy="261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AV HS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117600" y="1497150"/>
            <a:ext cx="1877400" cy="261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AV HS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0950" y="478294"/>
            <a:ext cx="4955400" cy="330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5"/>
          <p:cNvSpPr/>
          <p:nvPr/>
        </p:nvSpPr>
        <p:spPr>
          <a:xfrm>
            <a:off x="4313350" y="3903225"/>
            <a:ext cx="44706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0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00" name="Google Shape;100;p15"/>
          <p:cNvSpPr/>
          <p:nvPr/>
        </p:nvSpPr>
        <p:spPr>
          <a:xfrm>
            <a:off x="2094275" y="18448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2094275" y="22297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2094275" y="25688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2094275" y="29537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17600" y="18448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17600" y="22297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17600" y="25688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17600" y="29537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>
            <a:hlinkClick action="ppaction://hlinksldjump" r:id="rId3"/>
          </p:cNvPr>
          <p:cNvSpPr/>
          <p:nvPr/>
        </p:nvSpPr>
        <p:spPr>
          <a:xfrm>
            <a:off x="-317500" y="-183825"/>
            <a:ext cx="10127100" cy="550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>
            <a:hlinkClick action="ppaction://hlinksldjump" r:id="rId4"/>
          </p:cNvPr>
          <p:cNvSpPr/>
          <p:nvPr/>
        </p:nvSpPr>
        <p:spPr>
          <a:xfrm>
            <a:off x="117600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SETTINGS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16"/>
          <p:cNvSpPr/>
          <p:nvPr/>
        </p:nvSpPr>
        <p:spPr>
          <a:xfrm rot="5400000">
            <a:off x="281653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 rot="5400000">
            <a:off x="61483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 rot="5400000">
            <a:off x="281652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 rot="5400000">
            <a:off x="61483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 rot="5400000">
            <a:off x="281651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 rot="5400000">
            <a:off x="61483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117600" y="478300"/>
            <a:ext cx="38541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Theme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2094275" y="987725"/>
            <a:ext cx="18774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Color: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17600" y="987725"/>
            <a:ext cx="18774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Background:</a:t>
            </a:r>
            <a:endParaRPr sz="195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2094275" y="1497150"/>
            <a:ext cx="1877400" cy="261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AV HS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117600" y="1497150"/>
            <a:ext cx="1877400" cy="261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AV HS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0950" y="478294"/>
            <a:ext cx="4955400" cy="330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p16"/>
          <p:cNvSpPr/>
          <p:nvPr/>
        </p:nvSpPr>
        <p:spPr>
          <a:xfrm>
            <a:off x="4313350" y="3903225"/>
            <a:ext cx="44706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0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28" name="Google Shape;128;p16"/>
          <p:cNvSpPr/>
          <p:nvPr/>
        </p:nvSpPr>
        <p:spPr>
          <a:xfrm>
            <a:off x="2094275" y="18448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094275" y="22297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094275" y="25688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094275" y="29537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17600" y="18448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117600" y="222977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17600" y="25688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17600" y="2953725"/>
            <a:ext cx="1877400" cy="26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endParaRPr sz="2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17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49" name="Google Shape;149;p17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Warm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18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76" name="Google Shape;176;p18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Warm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AUTON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19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203" name="Google Shape;203;p19">
            <a:hlinkClick action="ppaction://hlinksldjump" r:id="rId5"/>
          </p:cNvPr>
          <p:cNvSpPr/>
          <p:nvPr/>
        </p:nvSpPr>
        <p:spPr>
          <a:xfrm>
            <a:off x="215300" y="480925"/>
            <a:ext cx="4244700" cy="375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6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" name="Google Shape;204;p19">
            <a:hlinkClick action="ppaction://hlinksldjump" r:id="rId6"/>
          </p:cNvPr>
          <p:cNvSpPr/>
          <p:nvPr/>
        </p:nvSpPr>
        <p:spPr>
          <a:xfrm>
            <a:off x="4684050" y="480925"/>
            <a:ext cx="4244700" cy="375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Skills</a:t>
            </a:r>
            <a:endParaRPr sz="6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" name="Google Shape;211;p20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0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0" name="Google Shape;220;p20">
            <a:hlinkClick action="ppaction://hlinksldjump" r:id="rId6"/>
          </p:cNvPr>
          <p:cNvPicPr preferRelativeResize="0"/>
          <p:nvPr/>
        </p:nvPicPr>
        <p:blipFill rotWithShape="1">
          <a:blip r:embed="rId7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>
            <a:hlinkClick action="ppaction://hlinksldjump" r:id="rId8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0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21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21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9" name="Google Shape;239;p21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" name="Google Shape;241;p21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" name="Google Shape;242;p21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246" name="Google Shape;246;p21"/>
          <p:cNvPicPr preferRelativeResize="0"/>
          <p:nvPr/>
        </p:nvPicPr>
        <p:blipFill rotWithShape="1">
          <a:blip r:embed="rId8">
            <a:alphaModFix/>
          </a:blip>
          <a:srcRect b="65317" l="21199" r="22150" t="1898"/>
          <a:stretch/>
        </p:blipFill>
        <p:spPr>
          <a:xfrm>
            <a:off x="5128263" y="1074433"/>
            <a:ext cx="3145926" cy="10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p22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2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1" name="Google Shape;261;p22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>
            <a:hlinkClick action="ppaction://hlinksldjump" r:id="rId9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p22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FF0000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23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23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2" name="Google Shape;282;p23">
            <a:hlinkClick action="ppaction://hlinksldjump" r:id="rId6"/>
          </p:cNvPr>
          <p:cNvPicPr preferRelativeResize="0"/>
          <p:nvPr/>
        </p:nvPicPr>
        <p:blipFill rotWithShape="1">
          <a:blip r:embed="rId7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>
            <a:hlinkClick action="ppaction://hlinksldjump" r:id="rId8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23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" name="Google Shape;285;p23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" name="Google Shape;293;p24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24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01" name="Google Shape;301;p24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3" name="Google Shape;303;p24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p24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308" name="Google Shape;308;p24"/>
          <p:cNvPicPr preferRelativeResize="0"/>
          <p:nvPr/>
        </p:nvPicPr>
        <p:blipFill rotWithShape="1">
          <a:blip r:embed="rId8">
            <a:alphaModFix/>
          </a:blip>
          <a:srcRect b="2745" l="21199" r="22150" t="73090"/>
          <a:stretch/>
        </p:blipFill>
        <p:spPr>
          <a:xfrm rot="10800000">
            <a:off x="5128274" y="1074435"/>
            <a:ext cx="3145926" cy="7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" name="Google Shape;315;p25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p25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23" name="Google Shape;323;p25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>
            <a:hlinkClick action="ppaction://hlinksldjump" r:id="rId9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7" name="Google Shape;327;p25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0000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6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5" name="Google Shape;335;p26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6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6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343" name="Google Shape;343;p26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2746" l="21199" r="22150" t="1898"/>
          <a:stretch/>
        </p:blipFill>
        <p:spPr>
          <a:xfrm>
            <a:off x="2999037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7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0" name="Google Shape;350;p27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7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Skills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358" name="Google Shape;358;p27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2999037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7"/>
          <p:cNvSpPr/>
          <p:nvPr/>
        </p:nvSpPr>
        <p:spPr>
          <a:xfrm>
            <a:off x="4431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360" name="Google Shape;360;p27">
            <a:hlinkClick action="ppaction://hlinksldjump" r:id="rId6"/>
          </p:cNvPr>
          <p:cNvSpPr/>
          <p:nvPr/>
        </p:nvSpPr>
        <p:spPr>
          <a:xfrm>
            <a:off x="4431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361" name="Google Shape;361;p27">
            <a:hlinkClick action="ppaction://hlinksldjump" r:id="rId7"/>
          </p:cNvPr>
          <p:cNvSpPr/>
          <p:nvPr/>
        </p:nvSpPr>
        <p:spPr>
          <a:xfrm>
            <a:off x="4431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8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" name="Google Shape;368;p28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8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8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8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8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28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8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8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377" name="Google Shape;377;p28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Red Quadrant 1 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379" name="Google Shape;379;p28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380" name="Google Shape;380;p28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7" name="Google Shape;387;p29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9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9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29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9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9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9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397" name="Google Shape;397;p29"/>
          <p:cNvPicPr preferRelativeResize="0"/>
          <p:nvPr/>
        </p:nvPicPr>
        <p:blipFill rotWithShape="1">
          <a:blip r:embed="rId5">
            <a:alphaModFix/>
          </a:blip>
          <a:srcRect b="65317" l="21199" r="22150" t="1898"/>
          <a:stretch/>
        </p:blipFill>
        <p:spPr>
          <a:xfrm>
            <a:off x="5128263" y="1074433"/>
            <a:ext cx="3145926" cy="10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9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Red Quadrant 2 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400" name="Google Shape;400;p29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401" name="Google Shape;401;p29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0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0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8" name="Google Shape;408;p30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0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4" name="Google Shape;414;p30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0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FF0000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417" name="Google Shape;417;p30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Red AWP 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419" name="Google Shape;419;p30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420" name="Google Shape;420;p30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1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7" name="Google Shape;427;p31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1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1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434" name="Google Shape;434;p31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4" name="Google Shape;454;p32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2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2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2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2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2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461" name="Google Shape;461;p32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2" name="Google Shape;462;p32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2" name="Google Shape;472;p32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3" name="Google Shape;473;p32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4" name="Google Shape;474;p32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3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1" name="Google Shape;481;p33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3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3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488" name="Google Shape;488;p33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0" name="Google Shape;490;p33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1" name="Google Shape;491;p33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3" name="Google Shape;493;p33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4" name="Google Shape;494;p33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8" name="Google Shape;498;p33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9" name="Google Shape;499;p33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0" name="Google Shape;500;p33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4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8" name="Google Shape;508;p34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4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4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4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4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4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515" name="Google Shape;515;p34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6" name="Google Shape;516;p34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7" name="Google Shape;517;p34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9" name="Google Shape;519;p34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5" name="Google Shape;525;p34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8" name="Google Shape;528;p34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5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5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5" name="Google Shape;535;p35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5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5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5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5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5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1" name="Google Shape;541;p35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5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5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544" name="Google Shape;544;p35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Quadrant 1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5" name="Google Shape;545;p35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546" name="Google Shape;546;p35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547" name="Google Shape;547;p35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6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4" name="Google Shape;554;p36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6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6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6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6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6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0" name="Google Shape;560;p36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6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6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564" name="Google Shape;564;p36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Quadrant 2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5" name="Google Shape;565;p36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566" name="Google Shape;566;p36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567" name="Google Shape;567;p36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  <p:pic>
        <p:nvPicPr>
          <p:cNvPr id="568" name="Google Shape;568;p36"/>
          <p:cNvPicPr preferRelativeResize="0"/>
          <p:nvPr/>
        </p:nvPicPr>
        <p:blipFill rotWithShape="1">
          <a:blip r:embed="rId5">
            <a:alphaModFix/>
          </a:blip>
          <a:srcRect b="2746" l="21199" r="22150" t="69116"/>
          <a:stretch/>
        </p:blipFill>
        <p:spPr>
          <a:xfrm rot="10800000">
            <a:off x="5128274" y="1074434"/>
            <a:ext cx="3145926" cy="9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7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7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5" name="Google Shape;575;p37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7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7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7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7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7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7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7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0000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7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584" name="Google Shape;584;p37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AWP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586" name="Google Shape;586;p37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Shyloh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587" name="Google Shape;587;p37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8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4" name="Google Shape;594;p38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8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8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8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8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8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601" name="Google Shape;601;p38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4" name="Google Shape;604;p38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4" name="Google Shape;614;p38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9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9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1" name="Google Shape;621;p39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9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9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9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9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9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9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628" name="Google Shape;628;p39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0" name="Google Shape;630;p39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2" name="Google Shape;632;p39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3" name="Google Shape;633;p39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4" name="Google Shape;634;p39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6" name="Google Shape;636;p39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7" name="Google Shape;637;p39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8" name="Google Shape;638;p39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9" name="Google Shape;639;p39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0" name="Google Shape;640;p39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0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0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8" name="Google Shape;648;p40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0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0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0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0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0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655" name="Google Shape;655;p40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6" name="Google Shape;656;p40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7" name="Google Shape;657;p40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p40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9" name="Google Shape;659;p40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5" name="Google Shape;665;p40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6" name="Google Shape;666;p40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7" name="Google Shape;667;p40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8" name="Google Shape;668;p40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1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AUTON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5" name="Google Shape;675;p41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1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41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1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1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1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1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682" name="Google Shape;682;p41">
            <a:hlinkClick action="ppaction://hlinksldjump" r:id="rId5"/>
          </p:cNvPr>
          <p:cNvSpPr/>
          <p:nvPr/>
        </p:nvSpPr>
        <p:spPr>
          <a:xfrm>
            <a:off x="215300" y="480925"/>
            <a:ext cx="4244700" cy="375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6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3" name="Google Shape;683;p41">
            <a:hlinkClick action="ppaction://hlinksldjump" r:id="rId6"/>
          </p:cNvPr>
          <p:cNvSpPr/>
          <p:nvPr/>
        </p:nvSpPr>
        <p:spPr>
          <a:xfrm>
            <a:off x="4684050" y="480925"/>
            <a:ext cx="4244700" cy="375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Skills</a:t>
            </a:r>
            <a:endParaRPr sz="6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2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2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0" name="Google Shape;690;p42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2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2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2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2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2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7" name="Google Shape;697;p42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8" name="Google Shape;698;p42"/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99" name="Google Shape;699;p42">
            <a:hlinkClick action="ppaction://hlinksldjump" r:id="rId6"/>
          </p:cNvPr>
          <p:cNvPicPr preferRelativeResize="0"/>
          <p:nvPr/>
        </p:nvPicPr>
        <p:blipFill rotWithShape="1">
          <a:blip r:embed="rId7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42">
            <a:hlinkClick action="ppaction://hlinksldjump" r:id="rId8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1" name="Google Shape;701;p42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2" name="Google Shape;702;p42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2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3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3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0" name="Google Shape;710;p43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43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3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3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3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43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3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7" name="Google Shape;717;p43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8" name="Google Shape;718;p43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3"/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0" name="Google Shape;720;p43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1" name="Google Shape;721;p43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3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3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4" name="Google Shape;724;p43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725" name="Google Shape;725;p43"/>
          <p:cNvPicPr preferRelativeResize="0"/>
          <p:nvPr/>
        </p:nvPicPr>
        <p:blipFill rotWithShape="1">
          <a:blip r:embed="rId8">
            <a:alphaModFix/>
          </a:blip>
          <a:srcRect b="65317" l="21199" r="22150" t="1898"/>
          <a:stretch/>
        </p:blipFill>
        <p:spPr>
          <a:xfrm>
            <a:off x="5128263" y="1074433"/>
            <a:ext cx="3145926" cy="10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4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4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2" name="Google Shape;732;p44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4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4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4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4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4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4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9" name="Google Shape;739;p44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40" name="Google Shape;740;p44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4">
            <a:hlinkClick action="ppaction://hlinksldjump" r:id="rId9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2" name="Google Shape;742;p44"/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3" name="Google Shape;743;p44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4" name="Google Shape;744;p44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FF0000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4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5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5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2" name="Google Shape;752;p45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5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5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5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5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5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5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9" name="Google Shape;759;p45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0" name="Google Shape;760;p45"/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61" name="Google Shape;761;p45">
            <a:hlinkClick action="ppaction://hlinksldjump" r:id="rId6"/>
          </p:cNvPr>
          <p:cNvPicPr preferRelativeResize="0"/>
          <p:nvPr/>
        </p:nvPicPr>
        <p:blipFill rotWithShape="1">
          <a:blip r:embed="rId7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5">
            <a:hlinkClick action="ppaction://hlinksldjump" r:id="rId8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3" name="Google Shape;763;p45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4" name="Google Shape;764;p45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5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6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6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2" name="Google Shape;772;p46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6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6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6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6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6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6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9" name="Google Shape;779;p46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0" name="Google Shape;780;p46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6"/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2" name="Google Shape;782;p46">
            <a:hlinkClick action="ppaction://hlinksldjump" r:id="rId9"/>
          </p:cNvPr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3" name="Google Shape;783;p46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6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6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6" name="Google Shape;786;p46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787" name="Google Shape;787;p46"/>
          <p:cNvPicPr preferRelativeResize="0"/>
          <p:nvPr/>
        </p:nvPicPr>
        <p:blipFill rotWithShape="1">
          <a:blip r:embed="rId8">
            <a:alphaModFix/>
          </a:blip>
          <a:srcRect b="2745" l="21199" r="22150" t="73090"/>
          <a:stretch/>
        </p:blipFill>
        <p:spPr>
          <a:xfrm rot="10800000">
            <a:off x="5128274" y="1074435"/>
            <a:ext cx="3145926" cy="7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7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7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4" name="Google Shape;794;p47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7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7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47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7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7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47">
            <a:hlinkClick action="ppaction://hlinksldjump" r:id="rId5"/>
          </p:cNvPr>
          <p:cNvSpPr/>
          <p:nvPr/>
        </p:nvSpPr>
        <p:spPr>
          <a:xfrm>
            <a:off x="117625" y="1031900"/>
            <a:ext cx="1542600" cy="3178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Google Shape;801;p47">
            <a:hlinkClick action="ppaction://hlinksldjump" r:id="rId6"/>
          </p:cNvPr>
          <p:cNvSpPr/>
          <p:nvPr/>
        </p:nvSpPr>
        <p:spPr>
          <a:xfrm>
            <a:off x="1744975" y="1031900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1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02" name="Google Shape;802;p47">
            <a:hlinkClick action="ppaction://hlinksldjump" r:id="rId7"/>
          </p:cNvPr>
          <p:cNvPicPr preferRelativeResize="0"/>
          <p:nvPr/>
        </p:nvPicPr>
        <p:blipFill rotWithShape="1">
          <a:blip r:embed="rId8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7">
            <a:hlinkClick action="ppaction://hlinksldjump" r:id="rId9"/>
          </p:cNvPr>
          <p:cNvSpPr/>
          <p:nvPr/>
        </p:nvSpPr>
        <p:spPr>
          <a:xfrm>
            <a:off x="1744950" y="2148925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Quadrant 2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4" name="Google Shape;804;p47"/>
          <p:cNvSpPr/>
          <p:nvPr/>
        </p:nvSpPr>
        <p:spPr>
          <a:xfrm>
            <a:off x="1744975" y="3265938"/>
            <a:ext cx="2322300" cy="93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AWP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5" name="Google Shape;805;p47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Alliance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6" name="Google Shape;806;p47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0000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7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8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4" name="Google Shape;814;p48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8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8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8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8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8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8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1" name="Google Shape;821;p48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822" name="Google Shape;822;p48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2746" l="21199" r="22150" t="1898"/>
          <a:stretch/>
        </p:blipFill>
        <p:spPr>
          <a:xfrm>
            <a:off x="2999037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9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9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9" name="Google Shape;829;p49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9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9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9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9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9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49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Skills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6" name="Google Shape;836;p49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837" name="Google Shape;837;p49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2999037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49"/>
          <p:cNvSpPr/>
          <p:nvPr/>
        </p:nvSpPr>
        <p:spPr>
          <a:xfrm>
            <a:off x="4431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839" name="Google Shape;839;p49">
            <a:hlinkClick action="ppaction://hlinksldjump" r:id="rId6"/>
          </p:cNvPr>
          <p:cNvSpPr/>
          <p:nvPr/>
        </p:nvSpPr>
        <p:spPr>
          <a:xfrm>
            <a:off x="4431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840" name="Google Shape;840;p49">
            <a:hlinkClick action="ppaction://hlinksldjump" r:id="rId7"/>
          </p:cNvPr>
          <p:cNvSpPr/>
          <p:nvPr/>
        </p:nvSpPr>
        <p:spPr>
          <a:xfrm>
            <a:off x="4431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0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0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7" name="Google Shape;847;p50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0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0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50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0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0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50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50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50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856" name="Google Shape;856;p50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Red Quadrant 1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7" name="Google Shape;857;p50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858" name="Google Shape;858;p50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859" name="Google Shape;859;p50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1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51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6" name="Google Shape;866;p51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51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1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1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1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1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51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51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51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1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pic>
        <p:nvPicPr>
          <p:cNvPr id="876" name="Google Shape;876;p51"/>
          <p:cNvPicPr preferRelativeResize="0"/>
          <p:nvPr/>
        </p:nvPicPr>
        <p:blipFill rotWithShape="1">
          <a:blip r:embed="rId5">
            <a:alphaModFix/>
          </a:blip>
          <a:srcRect b="65317" l="21199" r="22150" t="1898"/>
          <a:stretch/>
        </p:blipFill>
        <p:spPr>
          <a:xfrm>
            <a:off x="5128263" y="1074433"/>
            <a:ext cx="3145926" cy="10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51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Red Quadrant 2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8" name="Google Shape;878;p51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879" name="Google Shape;879;p51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880" name="Google Shape;880;p51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2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2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7" name="Google Shape;887;p52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2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2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2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2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2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52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52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FF0000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2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896" name="Google Shape;896;p52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Red AWP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7" name="Google Shape;897;p52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898" name="Google Shape;898;p52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00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899" name="Google Shape;899;p52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3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3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6" name="Google Shape;906;p53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53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53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3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3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53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3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913" name="Google Shape;913;p53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4" name="Google Shape;914;p53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5" name="Google Shape;915;p53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6" name="Google Shape;916;p53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7" name="Google Shape;917;p53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8" name="Google Shape;918;p53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9" name="Google Shape;919;p53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0" name="Google Shape;920;p53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1" name="Google Shape;921;p53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2" name="Google Shape;922;p53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3" name="Google Shape;923;p53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4" name="Google Shape;924;p53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5" name="Google Shape;925;p53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6" name="Google Shape;926;p53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4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4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3" name="Google Shape;933;p54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4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4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54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4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54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4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940" name="Google Shape;940;p54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1" name="Google Shape;941;p54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2" name="Google Shape;942;p54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3" name="Google Shape;943;p54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4" name="Google Shape;944;p54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5" name="Google Shape;945;p54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6" name="Google Shape;946;p54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7" name="Google Shape;947;p54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8" name="Google Shape;948;p54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9" name="Google Shape;949;p54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0" name="Google Shape;950;p54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1" name="Google Shape;951;p54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2" name="Google Shape;952;p54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3" name="Google Shape;953;p54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5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55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0" name="Google Shape;960;p55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5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5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55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5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5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5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967" name="Google Shape;967;p55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8" name="Google Shape;968;p55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9" name="Google Shape;969;p55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0" name="Google Shape;970;p55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1" name="Google Shape;971;p55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2" name="Google Shape;972;p55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3" name="Google Shape;973;p55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4" name="Google Shape;974;p55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5" name="Google Shape;975;p55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6" name="Google Shape;976;p55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7" name="Google Shape;977;p55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8" name="Google Shape;978;p55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9" name="Google Shape;979;p55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0" name="Google Shape;980;p55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6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56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7" name="Google Shape;987;p56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56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56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6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56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56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56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994" name="Google Shape;994;p56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5" name="Google Shape;995;p56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6" name="Google Shape;996;p56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7" name="Google Shape;997;p56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8" name="Google Shape;998;p56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9" name="Google Shape;999;p56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0" name="Google Shape;1000;p56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1" name="Google Shape;1001;p56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2" name="Google Shape;1002;p56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3" name="Google Shape;1003;p56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4" name="Google Shape;1004;p56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5" name="Google Shape;1005;p56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6" name="Google Shape;1006;p56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7" name="Google Shape;1007;p56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57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7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4" name="Google Shape;1014;p57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57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57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57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57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7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0" name="Google Shape;1020;p57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57"/>
          <p:cNvSpPr/>
          <p:nvPr/>
        </p:nvSpPr>
        <p:spPr>
          <a:xfrm rot="5400000">
            <a:off x="4370925" y="-229090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7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023" name="Google Shape;1023;p57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Quadrant 1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4" name="Google Shape;1024;p57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1025" name="Google Shape;1025;p57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00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1026" name="Google Shape;1026;p57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8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58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3" name="Google Shape;1033;p58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58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8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8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8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8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9" name="Google Shape;1039;p58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58"/>
          <p:cNvSpPr/>
          <p:nvPr/>
        </p:nvSpPr>
        <p:spPr>
          <a:xfrm flipH="1" rot="10800000">
            <a:off x="5133275" y="0"/>
            <a:ext cx="3135900" cy="1621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8"/>
          <p:cNvSpPr/>
          <p:nvPr/>
        </p:nvSpPr>
        <p:spPr>
          <a:xfrm>
            <a:off x="5350175" y="250150"/>
            <a:ext cx="2702100" cy="879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58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043" name="Google Shape;1043;p58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Quadrant 2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4" name="Google Shape;1044;p58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1045" name="Google Shape;1045;p58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00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1046" name="Google Shape;1046;p58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  <p:pic>
        <p:nvPicPr>
          <p:cNvPr id="1047" name="Google Shape;1047;p58"/>
          <p:cNvPicPr preferRelativeResize="0"/>
          <p:nvPr/>
        </p:nvPicPr>
        <p:blipFill rotWithShape="1">
          <a:blip r:embed="rId5">
            <a:alphaModFix/>
          </a:blip>
          <a:srcRect b="2746" l="21199" r="22150" t="69116"/>
          <a:stretch/>
        </p:blipFill>
        <p:spPr>
          <a:xfrm rot="10800000">
            <a:off x="5128274" y="1074434"/>
            <a:ext cx="3145926" cy="9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59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59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4" name="Google Shape;1054;p59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59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59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59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59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59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0" name="Google Shape;1060;p59"/>
          <p:cNvPicPr preferRelativeResize="0"/>
          <p:nvPr/>
        </p:nvPicPr>
        <p:blipFill rotWithShape="1">
          <a:blip r:embed="rId5">
            <a:alphaModFix/>
          </a:blip>
          <a:srcRect b="2746" l="21199" r="22150" t="1898"/>
          <a:stretch/>
        </p:blipFill>
        <p:spPr>
          <a:xfrm rot="10800000">
            <a:off x="5128275" y="1074437"/>
            <a:ext cx="3145926" cy="31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59"/>
          <p:cNvSpPr/>
          <p:nvPr/>
        </p:nvSpPr>
        <p:spPr>
          <a:xfrm rot="5400000">
            <a:off x="5128325" y="-3015175"/>
            <a:ext cx="3145800" cy="3123600"/>
          </a:xfrm>
          <a:prstGeom prst="rtTriangle">
            <a:avLst/>
          </a:prstGeom>
          <a:solidFill>
            <a:srgbClr val="0000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52500" endA="0" fadeDir="5400012" kx="0" rotWithShape="0" algn="bl" stA="5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9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063" name="Google Shape;1063;p59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Blue AWP Selected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4" name="Google Shape;1064;p59"/>
          <p:cNvSpPr/>
          <p:nvPr/>
        </p:nvSpPr>
        <p:spPr>
          <a:xfrm>
            <a:off x="1582550" y="1568150"/>
            <a:ext cx="2115900" cy="347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sz="1100"/>
          </a:p>
        </p:txBody>
      </p:sp>
      <p:sp>
        <p:nvSpPr>
          <p:cNvPr id="1065" name="Google Shape;1065;p59">
            <a:hlinkClick action="ppaction://hlinksldjump" r:id="rId6"/>
          </p:cNvPr>
          <p:cNvSpPr/>
          <p:nvPr/>
        </p:nvSpPr>
        <p:spPr>
          <a:xfrm>
            <a:off x="1582550" y="2018700"/>
            <a:ext cx="2115900" cy="629400"/>
          </a:xfrm>
          <a:prstGeom prst="roundRect">
            <a:avLst>
              <a:gd fmla="val 10066" name="adj"/>
            </a:avLst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00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Kenzy</a:t>
            </a:r>
            <a:endParaRPr i="1" sz="3000"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  <p:sp>
        <p:nvSpPr>
          <p:cNvPr id="1066" name="Google Shape;1066;p59">
            <a:hlinkClick action="ppaction://hlinksldjump" r:id="rId7"/>
          </p:cNvPr>
          <p:cNvSpPr/>
          <p:nvPr/>
        </p:nvSpPr>
        <p:spPr>
          <a:xfrm>
            <a:off x="1582550" y="2796550"/>
            <a:ext cx="2115900" cy="113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CCCCC"/>
              </a:gs>
              <a:gs pos="100000">
                <a:srgbClr val="E06666"/>
              </a:gs>
            </a:gsLst>
            <a:lin ang="5400700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1"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b="1" sz="13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60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60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3" name="Google Shape;1073;p60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0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60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0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0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0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0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080" name="Google Shape;1080;p60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1" name="Google Shape;1081;p60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2" name="Google Shape;1082;p60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3" name="Google Shape;1083;p60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4" name="Google Shape;1084;p60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5" name="Google Shape;1085;p60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6" name="Google Shape;1086;p60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7" name="Google Shape;1087;p60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8" name="Google Shape;1088;p60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9" name="Google Shape;1089;p60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0" name="Google Shape;1090;p60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1" name="Google Shape;1091;p60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2" name="Google Shape;1092;p60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3" name="Google Shape;1093;p60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61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1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0" name="Google Shape;1100;p61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1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1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1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1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61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1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107" name="Google Shape;1107;p61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8" name="Google Shape;1108;p61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9" name="Google Shape;1109;p61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0" name="Google Shape;1110;p61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1" name="Google Shape;1111;p61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2" name="Google Shape;1112;p61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3" name="Google Shape;1113;p61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4" name="Google Shape;1114;p61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5" name="Google Shape;1115;p61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6" name="Google Shape;1116;p61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7" name="Google Shape;1117;p61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8" name="Google Shape;1118;p61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9" name="Google Shape;1119;p61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0" name="Google Shape;1120;p61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3232"/>
        </a:solidFill>
      </p:bgPr>
    </p:bg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62">
            <a:hlinkClick action="ppaction://hlinksldjump" r:id="rId3"/>
          </p:cNvPr>
          <p:cNvSpPr/>
          <p:nvPr/>
        </p:nvSpPr>
        <p:spPr>
          <a:xfrm>
            <a:off x="-398050" y="-355400"/>
            <a:ext cx="10207800" cy="56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2">
            <a:hlinkClick action="ppaction://hlinksldjump" r:id="rId4"/>
          </p:cNvPr>
          <p:cNvSpPr/>
          <p:nvPr/>
        </p:nvSpPr>
        <p:spPr>
          <a:xfrm>
            <a:off x="117625" y="4373150"/>
            <a:ext cx="8908800" cy="62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</a:t>
            </a:r>
            <a:endParaRPr sz="2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7" name="Google Shape;1127;p62"/>
          <p:cNvSpPr/>
          <p:nvPr/>
        </p:nvSpPr>
        <p:spPr>
          <a:xfrm rot="5400000">
            <a:off x="2816563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2"/>
          <p:cNvSpPr/>
          <p:nvPr/>
        </p:nvSpPr>
        <p:spPr>
          <a:xfrm rot="5400000">
            <a:off x="6148388" y="4009675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2"/>
          <p:cNvSpPr/>
          <p:nvPr/>
        </p:nvSpPr>
        <p:spPr>
          <a:xfrm rot="5400000">
            <a:off x="2816550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2"/>
          <p:cNvSpPr/>
          <p:nvPr/>
        </p:nvSpPr>
        <p:spPr>
          <a:xfrm rot="5400000">
            <a:off x="6148375" y="4139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62"/>
          <p:cNvSpPr/>
          <p:nvPr/>
        </p:nvSpPr>
        <p:spPr>
          <a:xfrm rot="5400000">
            <a:off x="2816538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62"/>
          <p:cNvSpPr/>
          <p:nvPr/>
        </p:nvSpPr>
        <p:spPr>
          <a:xfrm rot="5400000">
            <a:off x="6148363" y="4253900"/>
            <a:ext cx="179100" cy="1095900"/>
          </a:xfrm>
          <a:prstGeom prst="chevron">
            <a:avLst>
              <a:gd fmla="val 81457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2"/>
          <p:cNvSpPr/>
          <p:nvPr/>
        </p:nvSpPr>
        <p:spPr>
          <a:xfrm>
            <a:off x="25" y="0"/>
            <a:ext cx="9144000" cy="347400"/>
          </a:xfrm>
          <a:prstGeom prst="rect">
            <a:avLst/>
          </a:prstGeom>
          <a:solidFill>
            <a:srgbClr val="69C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89131A Menu</a:t>
            </a:r>
            <a:endParaRPr sz="1900"/>
          </a:p>
        </p:txBody>
      </p:sp>
      <p:sp>
        <p:nvSpPr>
          <p:cNvPr id="1134" name="Google Shape;1134;p62"/>
          <p:cNvSpPr/>
          <p:nvPr/>
        </p:nvSpPr>
        <p:spPr>
          <a:xfrm>
            <a:off x="117625" y="478300"/>
            <a:ext cx="89088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Motors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5" name="Google Shape;1135;p62"/>
          <p:cNvSpPr/>
          <p:nvPr/>
        </p:nvSpPr>
        <p:spPr>
          <a:xfrm>
            <a:off x="11762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Drivetrain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6" name="Google Shape;1136;p62"/>
          <p:cNvSpPr/>
          <p:nvPr/>
        </p:nvSpPr>
        <p:spPr>
          <a:xfrm>
            <a:off x="3215400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7" name="Google Shape;1137;p62"/>
          <p:cNvSpPr/>
          <p:nvPr/>
        </p:nvSpPr>
        <p:spPr>
          <a:xfrm>
            <a:off x="6313175" y="1031900"/>
            <a:ext cx="2713200" cy="42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Roller</a:t>
            </a:r>
            <a:endParaRPr sz="30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8" name="Google Shape;1138;p62"/>
          <p:cNvSpPr/>
          <p:nvPr/>
        </p:nvSpPr>
        <p:spPr>
          <a:xfrm>
            <a:off x="1176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9" name="Google Shape;1139;p62"/>
          <p:cNvSpPr/>
          <p:nvPr/>
        </p:nvSpPr>
        <p:spPr>
          <a:xfrm>
            <a:off x="117625" y="2498275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0" name="Google Shape;1140;p62"/>
          <p:cNvSpPr/>
          <p:nvPr/>
        </p:nvSpPr>
        <p:spPr>
          <a:xfrm>
            <a:off x="117625" y="341103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1" name="Google Shape;1141;p62"/>
          <p:cNvSpPr/>
          <p:nvPr/>
        </p:nvSpPr>
        <p:spPr>
          <a:xfrm>
            <a:off x="1499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2" name="Google Shape;1142;p62"/>
          <p:cNvSpPr/>
          <p:nvPr/>
        </p:nvSpPr>
        <p:spPr>
          <a:xfrm>
            <a:off x="1499425" y="25054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R2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3" name="Google Shape;1143;p62"/>
          <p:cNvSpPr/>
          <p:nvPr/>
        </p:nvSpPr>
        <p:spPr>
          <a:xfrm>
            <a:off x="1499425" y="3425288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R3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4" name="Google Shape;1144;p62"/>
          <p:cNvSpPr/>
          <p:nvPr/>
        </p:nvSpPr>
        <p:spPr>
          <a:xfrm>
            <a:off x="32154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5" name="Google Shape;1145;p62"/>
          <p:cNvSpPr/>
          <p:nvPr/>
        </p:nvSpPr>
        <p:spPr>
          <a:xfrm>
            <a:off x="4597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6" name="Google Shape;1146;p62"/>
          <p:cNvSpPr/>
          <p:nvPr/>
        </p:nvSpPr>
        <p:spPr>
          <a:xfrm>
            <a:off x="63132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2B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7" name="Google Shape;1147;p62"/>
          <p:cNvSpPr/>
          <p:nvPr/>
        </p:nvSpPr>
        <p:spPr>
          <a:xfrm>
            <a:off x="7695025" y="1585500"/>
            <a:ext cx="1331400" cy="789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Ready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